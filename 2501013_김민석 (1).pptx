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9631B1-A607-82B3-E338-34CBFDA9A442}" v="4" dt="2026-05-27T16:03:16.2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44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1/2 액자 6">
            <a:extLst>
              <a:ext uri="{FF2B5EF4-FFF2-40B4-BE49-F238E27FC236}">
                <a16:creationId xmlns:a16="http://schemas.microsoft.com/office/drawing/2014/main" id="{1990ABAF-37D0-2B52-0A6D-773C2CC9F705}"/>
              </a:ext>
            </a:extLst>
          </p:cNvPr>
          <p:cNvSpPr/>
          <p:nvPr userDrawn="1"/>
        </p:nvSpPr>
        <p:spPr>
          <a:xfrm>
            <a:off x="0" y="0"/>
            <a:ext cx="3505200" cy="2836333"/>
          </a:xfrm>
          <a:prstGeom prst="halfFrame">
            <a:avLst>
              <a:gd name="adj1" fmla="val 7960"/>
              <a:gd name="adj2" fmla="val 8258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1/2 액자 7">
            <a:extLst>
              <a:ext uri="{FF2B5EF4-FFF2-40B4-BE49-F238E27FC236}">
                <a16:creationId xmlns:a16="http://schemas.microsoft.com/office/drawing/2014/main" id="{19A7B519-C14E-A4D4-0699-485DBB296A19}"/>
              </a:ext>
            </a:extLst>
          </p:cNvPr>
          <p:cNvSpPr/>
          <p:nvPr userDrawn="1"/>
        </p:nvSpPr>
        <p:spPr>
          <a:xfrm rot="10800000">
            <a:off x="8686800" y="4021667"/>
            <a:ext cx="3505200" cy="2836333"/>
          </a:xfrm>
          <a:prstGeom prst="halfFrame">
            <a:avLst>
              <a:gd name="adj1" fmla="val 7960"/>
              <a:gd name="adj2" fmla="val 8258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1/2 액자 8">
            <a:extLst>
              <a:ext uri="{FF2B5EF4-FFF2-40B4-BE49-F238E27FC236}">
                <a16:creationId xmlns:a16="http://schemas.microsoft.com/office/drawing/2014/main" id="{1F829613-C0B5-3074-75BC-5D8A6C5A596B}"/>
              </a:ext>
            </a:extLst>
          </p:cNvPr>
          <p:cNvSpPr/>
          <p:nvPr userDrawn="1"/>
        </p:nvSpPr>
        <p:spPr>
          <a:xfrm flipH="1">
            <a:off x="8686799" y="-1"/>
            <a:ext cx="3505199" cy="2836333"/>
          </a:xfrm>
          <a:prstGeom prst="halfFrame">
            <a:avLst>
              <a:gd name="adj1" fmla="val 7960"/>
              <a:gd name="adj2" fmla="val 8258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1/2 액자 9">
            <a:extLst>
              <a:ext uri="{FF2B5EF4-FFF2-40B4-BE49-F238E27FC236}">
                <a16:creationId xmlns:a16="http://schemas.microsoft.com/office/drawing/2014/main" id="{18731294-8B26-FC30-755A-15BC6E333808}"/>
              </a:ext>
            </a:extLst>
          </p:cNvPr>
          <p:cNvSpPr/>
          <p:nvPr userDrawn="1"/>
        </p:nvSpPr>
        <p:spPr>
          <a:xfrm rot="10800000" flipH="1">
            <a:off x="1" y="4021667"/>
            <a:ext cx="3505199" cy="2836333"/>
          </a:xfrm>
          <a:prstGeom prst="halfFrame">
            <a:avLst>
              <a:gd name="adj1" fmla="val 7960"/>
              <a:gd name="adj2" fmla="val 8258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971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1/2 액자 6">
            <a:extLst>
              <a:ext uri="{FF2B5EF4-FFF2-40B4-BE49-F238E27FC236}">
                <a16:creationId xmlns:a16="http://schemas.microsoft.com/office/drawing/2014/main" id="{B9469937-DFAF-65AD-B586-E8E1B0D73FD5}"/>
              </a:ext>
            </a:extLst>
          </p:cNvPr>
          <p:cNvSpPr/>
          <p:nvPr userDrawn="1"/>
        </p:nvSpPr>
        <p:spPr>
          <a:xfrm>
            <a:off x="0" y="0"/>
            <a:ext cx="3505200" cy="2836333"/>
          </a:xfrm>
          <a:prstGeom prst="halfFrame">
            <a:avLst>
              <a:gd name="adj1" fmla="val 7960"/>
              <a:gd name="adj2" fmla="val 8258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1/2 액자 7">
            <a:extLst>
              <a:ext uri="{FF2B5EF4-FFF2-40B4-BE49-F238E27FC236}">
                <a16:creationId xmlns:a16="http://schemas.microsoft.com/office/drawing/2014/main" id="{21B200DD-50E5-2642-D1B2-F6CC71DB7FA4}"/>
              </a:ext>
            </a:extLst>
          </p:cNvPr>
          <p:cNvSpPr/>
          <p:nvPr userDrawn="1"/>
        </p:nvSpPr>
        <p:spPr>
          <a:xfrm rot="10800000">
            <a:off x="8686800" y="4021667"/>
            <a:ext cx="3505200" cy="2836333"/>
          </a:xfrm>
          <a:prstGeom prst="halfFrame">
            <a:avLst>
              <a:gd name="adj1" fmla="val 7960"/>
              <a:gd name="adj2" fmla="val 8258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1/2 액자 8">
            <a:extLst>
              <a:ext uri="{FF2B5EF4-FFF2-40B4-BE49-F238E27FC236}">
                <a16:creationId xmlns:a16="http://schemas.microsoft.com/office/drawing/2014/main" id="{222C98C3-BDCF-FE22-B458-799268A10F5D}"/>
              </a:ext>
            </a:extLst>
          </p:cNvPr>
          <p:cNvSpPr/>
          <p:nvPr userDrawn="1"/>
        </p:nvSpPr>
        <p:spPr>
          <a:xfrm flipH="1">
            <a:off x="8686799" y="-1"/>
            <a:ext cx="3505199" cy="2836333"/>
          </a:xfrm>
          <a:prstGeom prst="halfFrame">
            <a:avLst>
              <a:gd name="adj1" fmla="val 7960"/>
              <a:gd name="adj2" fmla="val 8258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1/2 액자 9">
            <a:extLst>
              <a:ext uri="{FF2B5EF4-FFF2-40B4-BE49-F238E27FC236}">
                <a16:creationId xmlns:a16="http://schemas.microsoft.com/office/drawing/2014/main" id="{2D39E9F2-7D93-FA35-78C8-439C43553600}"/>
              </a:ext>
            </a:extLst>
          </p:cNvPr>
          <p:cNvSpPr/>
          <p:nvPr userDrawn="1"/>
        </p:nvSpPr>
        <p:spPr>
          <a:xfrm rot="10800000" flipH="1">
            <a:off x="1" y="4021667"/>
            <a:ext cx="3505199" cy="2836333"/>
          </a:xfrm>
          <a:prstGeom prst="halfFrame">
            <a:avLst>
              <a:gd name="adj1" fmla="val 7960"/>
              <a:gd name="adj2" fmla="val 8258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3982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234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96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469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272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5682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606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493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513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956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66825D-2B69-4989-8861-A6901ABADB6C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1/2 액자 6">
            <a:extLst>
              <a:ext uri="{FF2B5EF4-FFF2-40B4-BE49-F238E27FC236}">
                <a16:creationId xmlns:a16="http://schemas.microsoft.com/office/drawing/2014/main" id="{F9F6A1B7-8D2E-974E-8533-A64E62236FAC}"/>
              </a:ext>
            </a:extLst>
          </p:cNvPr>
          <p:cNvSpPr/>
          <p:nvPr userDrawn="1"/>
        </p:nvSpPr>
        <p:spPr>
          <a:xfrm>
            <a:off x="0" y="0"/>
            <a:ext cx="3505200" cy="2836333"/>
          </a:xfrm>
          <a:prstGeom prst="halfFrame">
            <a:avLst>
              <a:gd name="adj1" fmla="val 7960"/>
              <a:gd name="adj2" fmla="val 8258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1/2 액자 7">
            <a:extLst>
              <a:ext uri="{FF2B5EF4-FFF2-40B4-BE49-F238E27FC236}">
                <a16:creationId xmlns:a16="http://schemas.microsoft.com/office/drawing/2014/main" id="{E19352B9-7F0D-BFC4-899A-967E998B9E92}"/>
              </a:ext>
            </a:extLst>
          </p:cNvPr>
          <p:cNvSpPr/>
          <p:nvPr userDrawn="1"/>
        </p:nvSpPr>
        <p:spPr>
          <a:xfrm rot="10800000">
            <a:off x="8686800" y="4021667"/>
            <a:ext cx="3505200" cy="2836333"/>
          </a:xfrm>
          <a:prstGeom prst="halfFrame">
            <a:avLst>
              <a:gd name="adj1" fmla="val 7960"/>
              <a:gd name="adj2" fmla="val 8258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1/2 액자 8">
            <a:extLst>
              <a:ext uri="{FF2B5EF4-FFF2-40B4-BE49-F238E27FC236}">
                <a16:creationId xmlns:a16="http://schemas.microsoft.com/office/drawing/2014/main" id="{62D60FD3-0718-5307-3572-0D0CC037165C}"/>
              </a:ext>
            </a:extLst>
          </p:cNvPr>
          <p:cNvSpPr/>
          <p:nvPr userDrawn="1"/>
        </p:nvSpPr>
        <p:spPr>
          <a:xfrm flipH="1">
            <a:off x="8686799" y="-1"/>
            <a:ext cx="3505199" cy="2836333"/>
          </a:xfrm>
          <a:prstGeom prst="halfFrame">
            <a:avLst>
              <a:gd name="adj1" fmla="val 7960"/>
              <a:gd name="adj2" fmla="val 8258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1/2 액자 9">
            <a:extLst>
              <a:ext uri="{FF2B5EF4-FFF2-40B4-BE49-F238E27FC236}">
                <a16:creationId xmlns:a16="http://schemas.microsoft.com/office/drawing/2014/main" id="{35FB201E-DE02-EEE1-19AA-9970BCEFEB30}"/>
              </a:ext>
            </a:extLst>
          </p:cNvPr>
          <p:cNvSpPr/>
          <p:nvPr userDrawn="1"/>
        </p:nvSpPr>
        <p:spPr>
          <a:xfrm rot="10800000" flipH="1">
            <a:off x="1" y="4021667"/>
            <a:ext cx="3505199" cy="2836333"/>
          </a:xfrm>
          <a:prstGeom prst="halfFrame">
            <a:avLst>
              <a:gd name="adj1" fmla="val 7960"/>
              <a:gd name="adj2" fmla="val 8258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6743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/2 액자 1">
            <a:extLst>
              <a:ext uri="{FF2B5EF4-FFF2-40B4-BE49-F238E27FC236}">
                <a16:creationId xmlns:a16="http://schemas.microsoft.com/office/drawing/2014/main" id="{CABCC230-4817-58CA-C155-C744D9E6887D}"/>
              </a:ext>
            </a:extLst>
          </p:cNvPr>
          <p:cNvSpPr/>
          <p:nvPr/>
        </p:nvSpPr>
        <p:spPr>
          <a:xfrm>
            <a:off x="0" y="0"/>
            <a:ext cx="3505200" cy="2836333"/>
          </a:xfrm>
          <a:prstGeom prst="halfFrame">
            <a:avLst>
              <a:gd name="adj1" fmla="val 7960"/>
              <a:gd name="adj2" fmla="val 8258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" name="1/2 액자 3">
            <a:extLst>
              <a:ext uri="{FF2B5EF4-FFF2-40B4-BE49-F238E27FC236}">
                <a16:creationId xmlns:a16="http://schemas.microsoft.com/office/drawing/2014/main" id="{12DDDEFB-30C4-2016-3D4A-FBD71BF41176}"/>
              </a:ext>
            </a:extLst>
          </p:cNvPr>
          <p:cNvSpPr/>
          <p:nvPr/>
        </p:nvSpPr>
        <p:spPr>
          <a:xfrm rot="10800000">
            <a:off x="8686800" y="4021667"/>
            <a:ext cx="3505200" cy="2836333"/>
          </a:xfrm>
          <a:prstGeom prst="halfFrame">
            <a:avLst>
              <a:gd name="adj1" fmla="val 7960"/>
              <a:gd name="adj2" fmla="val 8258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1/2 액자 4">
            <a:extLst>
              <a:ext uri="{FF2B5EF4-FFF2-40B4-BE49-F238E27FC236}">
                <a16:creationId xmlns:a16="http://schemas.microsoft.com/office/drawing/2014/main" id="{12EEA357-C54F-D9B1-E496-CB0E064B2233}"/>
              </a:ext>
            </a:extLst>
          </p:cNvPr>
          <p:cNvSpPr/>
          <p:nvPr/>
        </p:nvSpPr>
        <p:spPr>
          <a:xfrm flipH="1">
            <a:off x="8686799" y="-1"/>
            <a:ext cx="3505199" cy="2836333"/>
          </a:xfrm>
          <a:prstGeom prst="halfFrame">
            <a:avLst>
              <a:gd name="adj1" fmla="val 7960"/>
              <a:gd name="adj2" fmla="val 8258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1/2 액자 5">
            <a:extLst>
              <a:ext uri="{FF2B5EF4-FFF2-40B4-BE49-F238E27FC236}">
                <a16:creationId xmlns:a16="http://schemas.microsoft.com/office/drawing/2014/main" id="{99A86F17-DD0E-AED9-7B44-F9424D698471}"/>
              </a:ext>
            </a:extLst>
          </p:cNvPr>
          <p:cNvSpPr/>
          <p:nvPr/>
        </p:nvSpPr>
        <p:spPr>
          <a:xfrm rot="10800000" flipH="1">
            <a:off x="1" y="4021667"/>
            <a:ext cx="3505199" cy="2836333"/>
          </a:xfrm>
          <a:prstGeom prst="halfFrame">
            <a:avLst>
              <a:gd name="adj1" fmla="val 7960"/>
              <a:gd name="adj2" fmla="val 8258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0F734D-E3CD-B930-D314-97BD9CE47F2F}"/>
              </a:ext>
            </a:extLst>
          </p:cNvPr>
          <p:cNvSpPr txBox="1"/>
          <p:nvPr/>
        </p:nvSpPr>
        <p:spPr>
          <a:xfrm>
            <a:off x="3090273" y="2294466"/>
            <a:ext cx="6011454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0" dirty="0"/>
              <a:t>To Do List</a:t>
            </a:r>
            <a:endParaRPr lang="ko-KR" altLang="en-US" sz="10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0BBA34-4ECA-639E-F499-CA66CCB38071}"/>
              </a:ext>
            </a:extLst>
          </p:cNvPr>
          <p:cNvSpPr txBox="1"/>
          <p:nvPr/>
        </p:nvSpPr>
        <p:spPr>
          <a:xfrm>
            <a:off x="8686799" y="4761466"/>
            <a:ext cx="1845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2501013 </a:t>
            </a:r>
            <a:r>
              <a:rPr lang="ko-KR" altLang="en-US" dirty="0"/>
              <a:t>김민석</a:t>
            </a:r>
          </a:p>
        </p:txBody>
      </p:sp>
    </p:spTree>
    <p:extLst>
      <p:ext uri="{BB962C8B-B14F-4D97-AF65-F5344CB8AC3E}">
        <p14:creationId xmlns:p14="http://schemas.microsoft.com/office/powerpoint/2010/main" val="3569210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B1DB70FB-4F9D-2F3A-8898-0D77ACF75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6940" y="2564085"/>
            <a:ext cx="3665070" cy="277485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46C56DF-A0B7-B22E-28C2-6EA5C8082A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900" y="1858945"/>
            <a:ext cx="1862751" cy="441625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1B3BC950-8B33-7DD2-A2DC-D286FBE477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5651" y="1858945"/>
            <a:ext cx="1860683" cy="441625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A8133977-D0B0-958D-3738-B4D8EE6FDF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6334" y="1858945"/>
            <a:ext cx="1949079" cy="441625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EDD5C4D-01AD-CE7A-FDEA-9D8E51CAF69F}"/>
              </a:ext>
            </a:extLst>
          </p:cNvPr>
          <p:cNvSpPr txBox="1"/>
          <p:nvPr/>
        </p:nvSpPr>
        <p:spPr>
          <a:xfrm>
            <a:off x="862175" y="582805"/>
            <a:ext cx="2546082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0" dirty="0"/>
              <a:t>Style.css</a:t>
            </a:r>
            <a:endParaRPr lang="ko-KR" altLang="en-US" sz="5000" dirty="0"/>
          </a:p>
        </p:txBody>
      </p:sp>
    </p:spTree>
    <p:extLst>
      <p:ext uri="{BB962C8B-B14F-4D97-AF65-F5344CB8AC3E}">
        <p14:creationId xmlns:p14="http://schemas.microsoft.com/office/powerpoint/2010/main" val="2525246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336F88E-E5DA-675E-82AF-720C450B9A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3595" y="2291333"/>
            <a:ext cx="3937065" cy="290099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3A7FC25-E2FD-57DA-6486-ADC7FE06E7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1074" y="2069960"/>
            <a:ext cx="3515216" cy="334374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5E2A561-03A2-96F4-B14B-44F5F79EFF54}"/>
              </a:ext>
            </a:extLst>
          </p:cNvPr>
          <p:cNvSpPr txBox="1"/>
          <p:nvPr/>
        </p:nvSpPr>
        <p:spPr>
          <a:xfrm>
            <a:off x="1065561" y="846666"/>
            <a:ext cx="4709944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5000" dirty="0"/>
              <a:t>할 일 추가 기능</a:t>
            </a:r>
          </a:p>
        </p:txBody>
      </p:sp>
    </p:spTree>
    <p:extLst>
      <p:ext uri="{BB962C8B-B14F-4D97-AF65-F5344CB8AC3E}">
        <p14:creationId xmlns:p14="http://schemas.microsoft.com/office/powerpoint/2010/main" val="2735050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D2CBE11-EB20-E413-DE7F-276DA05477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2013" y="1708440"/>
            <a:ext cx="5293854" cy="18862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B5F23DD-954B-D129-66C9-DB25647A6D39}"/>
              </a:ext>
            </a:extLst>
          </p:cNvPr>
          <p:cNvSpPr txBox="1"/>
          <p:nvPr/>
        </p:nvSpPr>
        <p:spPr>
          <a:xfrm>
            <a:off x="1065561" y="846666"/>
            <a:ext cx="297549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5000" dirty="0"/>
              <a:t>수정 기능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F92810A-D49A-DEEF-24B9-C366A79D4E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7905" y="3724994"/>
            <a:ext cx="2832781" cy="284913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E403DC9-91BF-C158-C4BF-2C0F8A8794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9" y="3724994"/>
            <a:ext cx="3679533" cy="2849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847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153ED5C-2149-0C81-8E64-1FD45B5859A8}"/>
              </a:ext>
            </a:extLst>
          </p:cNvPr>
          <p:cNvSpPr txBox="1"/>
          <p:nvPr/>
        </p:nvSpPr>
        <p:spPr>
          <a:xfrm>
            <a:off x="1065561" y="846666"/>
            <a:ext cx="4483920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5000" dirty="0"/>
              <a:t>완료 처리 기능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2F34933-9F20-1F7F-4ECF-02EE3AF8EC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6428" y="2048932"/>
            <a:ext cx="4421059" cy="332035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2258A4A-A508-7C71-5D59-4D38B49B58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791" y="2838367"/>
            <a:ext cx="4229690" cy="1181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0254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4FF901-3053-F429-0C6D-93ABE54E8FF7}"/>
              </a:ext>
            </a:extLst>
          </p:cNvPr>
          <p:cNvSpPr txBox="1"/>
          <p:nvPr/>
        </p:nvSpPr>
        <p:spPr>
          <a:xfrm>
            <a:off x="1065561" y="846666"/>
            <a:ext cx="297549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5000" dirty="0"/>
              <a:t>삭제 기능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BCFFED8-7933-27BE-AC36-CA7F901F5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6433" y="1782828"/>
            <a:ext cx="4246404" cy="329234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348675D-F896-BB71-B034-FAAFBC0229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829" y="2657698"/>
            <a:ext cx="3398741" cy="1542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748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43562E5-D3E9-75FE-BC83-23D61FF750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3734" y="1801861"/>
            <a:ext cx="4571858" cy="47051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AD0A266-CA5F-8454-46F8-0D80D2104012}"/>
              </a:ext>
            </a:extLst>
          </p:cNvPr>
          <p:cNvSpPr txBox="1"/>
          <p:nvPr/>
        </p:nvSpPr>
        <p:spPr>
          <a:xfrm>
            <a:off x="1065561" y="711202"/>
            <a:ext cx="4483920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5000" dirty="0"/>
              <a:t>화면 출력 코드</a:t>
            </a:r>
          </a:p>
        </p:txBody>
      </p:sp>
    </p:spTree>
    <p:extLst>
      <p:ext uri="{BB962C8B-B14F-4D97-AF65-F5344CB8AC3E}">
        <p14:creationId xmlns:p14="http://schemas.microsoft.com/office/powerpoint/2010/main" val="23243464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9DDADB6-AC6B-35C2-9AA7-62AB494DBE2F}"/>
              </a:ext>
            </a:extLst>
          </p:cNvPr>
          <p:cNvSpPr txBox="1"/>
          <p:nvPr/>
        </p:nvSpPr>
        <p:spPr>
          <a:xfrm>
            <a:off x="1065561" y="711202"/>
            <a:ext cx="3390672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5000" dirty="0"/>
              <a:t>트러블슈팅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222326-C093-952A-D6F0-F7FEA41C4946}"/>
              </a:ext>
            </a:extLst>
          </p:cNvPr>
          <p:cNvSpPr txBox="1"/>
          <p:nvPr/>
        </p:nvSpPr>
        <p:spPr>
          <a:xfrm>
            <a:off x="1065561" y="1957296"/>
            <a:ext cx="859722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/>
              <a:t>완료버튼을 클릭 시 취소선을 표시하고 싶었는데 </a:t>
            </a:r>
            <a:r>
              <a:rPr lang="en-US" altLang="ko-KR" sz="2000" dirty="0"/>
              <a:t>AI</a:t>
            </a:r>
            <a:r>
              <a:rPr lang="ko-KR" altLang="en-US" sz="2000" dirty="0"/>
              <a:t>의 도움을 받아 </a:t>
            </a:r>
            <a:r>
              <a:rPr lang="en-US" altLang="ko-KR" sz="2000" dirty="0"/>
              <a:t>CSS</a:t>
            </a:r>
            <a:r>
              <a:rPr lang="ko-KR" altLang="en-US" sz="2000" dirty="0"/>
              <a:t>에</a:t>
            </a:r>
            <a:endParaRPr lang="en-US" altLang="ko-KR" sz="2000" dirty="0"/>
          </a:p>
          <a:p>
            <a:r>
              <a:rPr lang="en-US" altLang="ko-KR" sz="2000" dirty="0"/>
              <a:t>Completed </a:t>
            </a:r>
            <a:r>
              <a:rPr lang="ko-KR" altLang="en-US" sz="2000" dirty="0"/>
              <a:t>클래스를 적용하여 취소선을 표시하도록 구현하였습니다</a:t>
            </a:r>
            <a:r>
              <a:rPr lang="en-US" altLang="ko-KR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627445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6BC224F-8E76-6F5A-867D-5584C72A93F1}"/>
              </a:ext>
            </a:extLst>
          </p:cNvPr>
          <p:cNvSpPr txBox="1"/>
          <p:nvPr/>
        </p:nvSpPr>
        <p:spPr>
          <a:xfrm>
            <a:off x="1065561" y="711202"/>
            <a:ext cx="146706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5000" dirty="0"/>
              <a:t>소감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AEDB8F-EF04-D16C-1255-AA524C036ED2}"/>
              </a:ext>
            </a:extLst>
          </p:cNvPr>
          <p:cNvSpPr txBox="1"/>
          <p:nvPr/>
        </p:nvSpPr>
        <p:spPr>
          <a:xfrm>
            <a:off x="1065561" y="1957296"/>
            <a:ext cx="10517623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/>
              <a:t>이번 </a:t>
            </a:r>
            <a:r>
              <a:rPr lang="en-US" altLang="ko-KR" sz="2000" dirty="0" err="1"/>
              <a:t>ToDoList</a:t>
            </a:r>
            <a:r>
              <a:rPr lang="en-US" altLang="ko-KR" sz="2000" dirty="0"/>
              <a:t> </a:t>
            </a:r>
            <a:r>
              <a:rPr lang="ko-KR" altLang="en-US" sz="2000" dirty="0"/>
              <a:t>과제를 진행하면서 </a:t>
            </a:r>
            <a:r>
              <a:rPr lang="en-US" altLang="ko-KR" sz="2000" dirty="0"/>
              <a:t>HTML, CSS, </a:t>
            </a:r>
            <a:r>
              <a:rPr lang="en-US" altLang="ko-KR" sz="2000" dirty="0" err="1"/>
              <a:t>Javascript</a:t>
            </a:r>
            <a:r>
              <a:rPr lang="ko-KR" altLang="en-US" sz="2000" dirty="0"/>
              <a:t>가 어떻게 함께 동작하는지</a:t>
            </a:r>
            <a:endParaRPr lang="en-US" altLang="ko-KR" sz="2000" dirty="0"/>
          </a:p>
          <a:p>
            <a:r>
              <a:rPr lang="ko-KR" altLang="en-US" sz="2000" dirty="0"/>
              <a:t>이해 할 수 있었습니다</a:t>
            </a:r>
            <a:r>
              <a:rPr lang="en-US" altLang="ko-KR" sz="2000" dirty="0"/>
              <a:t>. </a:t>
            </a:r>
            <a:r>
              <a:rPr lang="en-US" altLang="ko-KR" sz="2000" dirty="0" err="1"/>
              <a:t>Javascript</a:t>
            </a:r>
            <a:r>
              <a:rPr lang="ko-KR" altLang="en-US" sz="2000" dirty="0"/>
              <a:t>를 이용하여 할 일을 추가</a:t>
            </a:r>
            <a:r>
              <a:rPr lang="en-US" altLang="ko-KR" sz="2000" dirty="0"/>
              <a:t>,</a:t>
            </a:r>
            <a:r>
              <a:rPr lang="ko-KR" altLang="en-US" sz="2000" dirty="0"/>
              <a:t>수정</a:t>
            </a:r>
            <a:r>
              <a:rPr lang="en-US" altLang="ko-KR" sz="2000" dirty="0"/>
              <a:t>,</a:t>
            </a:r>
            <a:r>
              <a:rPr lang="ko-KR" altLang="en-US" sz="2000" dirty="0"/>
              <a:t>삭제하고 완료 상태를 </a:t>
            </a:r>
            <a:endParaRPr lang="en-US" altLang="ko-KR" sz="2000" dirty="0"/>
          </a:p>
          <a:p>
            <a:r>
              <a:rPr lang="ko-KR" altLang="en-US" sz="2000" dirty="0"/>
              <a:t>변경하는 기능을 구현하면서 배열과 함수</a:t>
            </a:r>
            <a:r>
              <a:rPr lang="en-US" altLang="ko-KR" sz="2000" dirty="0"/>
              <a:t>, </a:t>
            </a:r>
            <a:r>
              <a:rPr lang="ko-KR" altLang="en-US" sz="2000" dirty="0"/>
              <a:t>이벤트 처리에 대한 이해를 높일 수 있었습니다</a:t>
            </a:r>
            <a:r>
              <a:rPr lang="en-US" altLang="ko-KR" sz="2000" dirty="0"/>
              <a:t>.</a:t>
            </a:r>
          </a:p>
          <a:p>
            <a:r>
              <a:rPr lang="ko-KR" altLang="en-US" sz="2000" dirty="0"/>
              <a:t>또한 </a:t>
            </a:r>
            <a:r>
              <a:rPr lang="en-US" altLang="ko-KR" sz="2000" dirty="0" err="1"/>
              <a:t>localStorage</a:t>
            </a:r>
            <a:r>
              <a:rPr lang="ko-KR" altLang="en-US" sz="2000" dirty="0"/>
              <a:t>를 활용하여 </a:t>
            </a:r>
            <a:r>
              <a:rPr lang="ko-KR" altLang="en-US" sz="2000" dirty="0" err="1"/>
              <a:t>새로고침</a:t>
            </a:r>
            <a:r>
              <a:rPr lang="ko-KR" altLang="en-US" sz="2000" dirty="0"/>
              <a:t> 후에도 데이터가 유지되는 기능을 구현하면서</a:t>
            </a:r>
            <a:endParaRPr lang="en-US" altLang="ko-KR" sz="2000" dirty="0"/>
          </a:p>
          <a:p>
            <a:r>
              <a:rPr lang="ko-KR" altLang="en-US" sz="2000" dirty="0"/>
              <a:t>웹 브라우저의 저장 방식도 이해할 수 있었습니다</a:t>
            </a:r>
            <a:r>
              <a:rPr lang="en-US" altLang="ko-KR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035613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105</Words>
  <Application>Microsoft Office PowerPoint</Application>
  <PresentationFormat>와이드스크린</PresentationFormat>
  <Paragraphs>17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건우 김</cp:lastModifiedBy>
  <cp:revision>7</cp:revision>
  <dcterms:created xsi:type="dcterms:W3CDTF">2026-05-27T16:02:04Z</dcterms:created>
  <dcterms:modified xsi:type="dcterms:W3CDTF">2026-05-29T01:32:17Z</dcterms:modified>
</cp:coreProperties>
</file>